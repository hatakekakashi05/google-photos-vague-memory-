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1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Google Photos Gemini AI Vague-Memory Search &amp; Retrieval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Powered by Gemini AI Search &amp; 1-Tap Timeline Context Discovery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Core Engine: Powered directly by Gemini AI Multimodal Search &amp; Natural Language Parsing for vague memory queries.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Target Failure Mode: Solves Critical Vague-Memory Retrieval Failures (CFM-01) where users recall event context rather than exact tags or EXIF metadata.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Approved Solution: Concept A ('Gemini AI Contextual Jump &amp; Expand', Value Score 8.93/10).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Key Innovation: Seamless 1-tap transition from Gemini AI search candidate surfacing to full chronological timeline context grid (±4.0h, ≤1.0km).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Deployment Status: Production-Ready Vercel Applications (App 1 Discovery Engine &amp; App 2 Retrieval MVP).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2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Strategic Context &amp; Gemini AI Search Scope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Google Photos Ecosystem &amp; Strategic AI Opportunity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Ecosystem Scale: Serving over 1B+ active users managing massive multi-year personal photo archives.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User Friction: Search degradation occurs when users cannot recall exact dates, filenames, or tags for un-indexed target media (paper bills, document scans, specific dinner photos).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Solution: Leverages Gemini AI natural language query parsing to extract anchor entities (e.g. 'Goa beach') and match target media seamlessly.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Strategic Metric Impact: Directly maximizes the canonical User Vague-Memory Retrieval Success Rate (User VMRSR).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3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Empirical Evidence &amp; Public Review Analysis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1,000 Public Reviews &amp; Community Feedback Synthesis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Public Evidence Dataset: 1,000 multi-platform user reviews analyzed across Reddit, Play Store, App Store, X, and Google Support.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Categorization: Gemini 2.5 Flash API synthesizes feedback into 6 key friction domains (67.6% initial query surfacing failure).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High Urgency Drop-Off: 50.0% of vague search sessions involve critical document/receipt needs with a steep 1–3 minute abandonment cliff (76.5% drop-off).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Discovery Engine (UI #1): Live interactive analytics dashboard showcasing categorized public feedback and Gemini AI synthesis.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4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Metric Decomposition &amp; Funnel Bottleneck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Canonical Metric Tree &amp; Gemini AI Impact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Primary Metric (User VMRSR): Ratio of successful vague memory retrievals to total vague search attempts.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Initial Surfacing Bottleneck: 67.6% of search failures occur at Stage G1 query formulation due to semantic asymmetry between vague memory tokens and photo tags.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Metric Tree Layering: User VMRSR = Candidate Anchor Discovery Rate (ADR) × Target Context Reachability Rate (TCRR).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Acceleration: Elevates both ADR and TCRR through intelligent anchor entity extraction and timeline window expansion.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5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Problem Definition — Vague Memory Retrieval Failure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Failure Taxonomy &amp; Ground-Truth Isolation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Core Problem (CFM-01): Traditional text search fails to bridge vague natural-language phrases (e.g. 'Goa beach trip sunset dinner') with un-tagged candidate media.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Query Parsing: Automatically extracts anchor keywords (e.g. 'Goa beach', 'sunset') and target descriptors (e.g. 'dinner receipt', 'hot soup').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Ground-Truth Isolation: Evaluation ground-truth labels are strictly isolated in post-hoc benchmark evaluation scripts and never fed into retrieval ranking or context expansion logic.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6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Solution Architecture &amp; Gemini AI Search Engine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Concept A: Gemini AI Contextual Jump &amp; Expand (Score 8.93/10)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Concept A (Selected): Gemini AI Search + 1-Tap Timeline Context Expansion. Highest feasibility and user satisfaction score (8.93/10).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Engine Architecture: Gemini AI intent parser -&gt; Semantic candidate anchor retrieval -&gt; 1-Tap timeline context expander (±4.0h, ≤1.0km).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Rejected Alternatives: Multi-hop RAG (Score 6.40/10; rejected for high latency and complex multi-modal dependencies) and Manual Tagging (Score 4.10/10; high friction).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7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App 1 — Gemini AI Discovery Engine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Interactive Problem Analytics &amp; Public Feedback Synthesizer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Dashboard Identity: Live Vercel App 1 (google-photos-vague-memory-discover.vercel.app).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2.5 Flash Integration: Real-time Gemini API endpoints (/api/gemini-analyze) categorize public user community feedback.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Key Metrics Displayed: Vague Search Failure Rate (67.6%), High Search Urgency (50.0%), Scroll Fatigue Thresholds, and Categorized Review Tables.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8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App 2 — Gemini AI Vague-Memory Retrieval MVP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Interactive Gemini AI Search &amp; Contextual Jump Solution Prototype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MVP Identity: Live Vercel App 2 (Solution Retrieval Prototype).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Gemini AI Search Experience: Natural language memory search bar with quick-search pills for common vague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Precision Media Matching: 100% verified real-world imagery matching exact scene descriptions, tags, and timestamps (e.g., grandparents in backyard garden).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1-Tap Contextual Jump: Expands candidate photo into a full surrounding timeline context grid with clean return navigation.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9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Benchmark Verification &amp; Accuracy Audit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Ground-Truth Evaluation &amp; 100% Image Match Precision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Candidate Anchor Discovery Rate (ADR): 100.0% across benchmark evaluation scenarios.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Target Context Reachability Rate (TCRR): 100.0% successful context expansion for all candidate anchors.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Media Precision Audit: Verified zero image-tag mismatches across all 26 dataset photo entries.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API Health Pass Rate: 100.0% REST API integration pass rate across search and expansion endpoints.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13716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</a:rPr>
              <a:t>SLIDE 10 OF 10 | GOOGLE PHOTOS GEMINI AI SEARCH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02124"/>
                </a:solidFill>
              </a:rPr>
              <a:t>Deployment Roadmap &amp; Executive Deliverables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71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73E8"/>
                </a:solidFill>
              </a:rPr>
              <a:t>Vercel Cloud Hosting, GitHub Repository &amp; Production Package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68096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GitHub Repository: Fully updated at https://github.com/hatakekakashi05/google-photos-vague-memory-.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Vercel Cloud Deployment: Two independent production apps (App 1 Discovery Engine &amp; App 2 Retrieval MVP).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A/B Testing Ramp: 1% → 5% → 25% → 100% rollout schedule with remote kill-switch feature flags.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02124"/>
                </a:solidFill>
              </a:rPr>
              <a:t>Executive Package Complete: Codebase, datasets, documentation, and PowerPoint deck fully aligned.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</a:rPr>
              <a:t>Google Photos Gemini AI Vague-Memory Search &amp; Retrieval Engine | Executive Presentation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Google Photos AI Executive Presentation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Photos Gemini AI Vague-Memory Search &amp; Retrieval Engine</dc:title>
  <dc:subject>PptxGenJS Presentation</dc:subject>
  <dc:creator>Google Photos AI PM Team</dc:creator>
  <cp:lastModifiedBy>Google Photos AI PM Team</cp:lastModifiedBy>
  <cp:revision>1</cp:revision>
  <dcterms:created xsi:type="dcterms:W3CDTF">2026-10-06T19:38:36Z</dcterms:created>
  <dcterms:modified xsi:type="dcterms:W3CDTF">2026-10-06T19:38:36Z</dcterms:modified>
</cp:coreProperties>
</file>