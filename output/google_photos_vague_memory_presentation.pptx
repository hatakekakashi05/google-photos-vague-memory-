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1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Google Photos Vague-Memory Retrieval PM Case &amp; AI-Native MVP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Transforming Vague Search Failures into 1-Tap Timeline Context 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Target Failure Mode: CFM-01 (Vague-Memory Retrieval Failure at Stage G1)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Approved Solution: Concept A ('Contextual Jump &amp; Expand', Value Score 8.93/10)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Core Innovation: 1-tap transition from candidate anchor photo discovery to a chronological timeline context grid (±4.0h, ≤1.0km)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Prototype Status: Local Synthetic Prototype Complete &amp; Operational (http://localhost:3000)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Audit Status: Documented audit checklist found no unresolved Critical or Major non-compliances (Self-review completed; independent audit required)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2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Strategic Context &amp; Business Scope (Phases 0–1)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Google Photos Ecosystem &amp; Strategic Opportunity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Ecosystem Scale: Serving billions of users managing massive personal photo archives.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User Friction: Search degradation when users cannot recall exact keywords, dates, or tags for specific target items (receipts, document scans, specific dinner photos).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Strategic Goal: Unlock passive memory discovery and improve User Vague-Memory Retrieval Success Rate (User VMRSR).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Non-Goal Boundary: Prototype operates on synthetic demonstration data only; does not alter Google Photos production infrastructure or claim proprietary internal feature flag access.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3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Evidence Synthesis &amp; Failure Population (Phases 1–2)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Qualitative &amp; Empirical Evidence Synthesis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Evidence Base: 41 verified public-evidence records.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Target Population: N=34 records in the User Failure-Evidence Population.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Core Failure Pattern: 76% of vague searches stall because users recall the surrounding event anchor (e.g. 'Goa beach trip') rather than target object metadata.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Discovery Engine (UI #1): Purpose-built problem-discovery tool to analyze failure evidence distributions and codify vague query taxonomy.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4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Metric Decomposition &amp; Stage G1 Failure Mode (Phases 3–4)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Canonical Metric Tree &amp; Funnel Bottleneck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Primary Metric (User VMRSR): Unique active users with ≥1 vague search AND ≥1 operational retrieval success / Unique active users with ≥1 vague search.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Stage G1 Bottleneck: 68% of failure sessions terminate at initial query formulation when standard keyword search returns zero relevant results for un-tagged target photos.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Metric Tree Layering: User VMRSR decomposes into Candidate Anchor Discovery Rate (ADR) and Target Context Reachability Rate.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5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Problem Definition — Vague Memory Retrieval (CFM-01)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Failure Taxonomy &amp; Ground-Truth Isolation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CFM-01 Definition: Critical Failure Mode 01 identifies the inability of traditional semantic text search to bridge the gap between vague event memories and specific target media.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Ground-Truth Isolation Rule: Evaluation ground-truth labels (expected anchor ID, expected target ID, scenario ID) are strictly isolated inside post-hoc evaluation scripts and never fed into retrieval ranking or context expansion logic.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6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Solution Exploration &amp; Concept Selection (Phase 5)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Concept Evaluation &amp; Choice of Concept A (Score 8.93)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Concept A ('Contextual Jump &amp; Expand'): Score 8.93/10 (Recommended). Uses 1-tap contextual jump to navigate from memorable anchor to timeline context grid.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Concept B ('Semantic Multi-Hop RAG'): Score 6.40/10. Rejected due to high latency and complex multi-modal dependency risks.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Concept C ('Manual Metadata Tagging'): Score 4.10/10. Rejected due to excessive user friction and low adoption.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7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UI #1 — AI-Powered Discovery Engine (Problem Analysis Tool)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Internal Problem Discovery &amp; Failure Analysis 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Tool Identity: UI #1 is the internal problem discovery and evidence analysis tool (discovery-engine.vercel.app).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Functionality: Audits the N=34 User Failure-Evidence Population across 41 verified public-evidence records, visualizes Stage G1 vs G2 vs G3 failure rates, and breaks down query pattern taxonomies.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Separation Rule: UI #1 (Discovery Engine) is strictly distinct from UI #2 (Solution MVP Prototype).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8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UI #2 — Google Photos Vague-Memory Retrieval MVP (Solution Prototype)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3-Screen Interactive Solution Prototype (Phases P1–P4)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Tool Identity: UI #2 is the solution prototype built across Phases P1–P8 (retrieval-mvp.vercel.app).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Screen 1: Vague search bar + P3 AI Signal Parser inspector + candidate anchor cards with non-probabilistic Prototype Similarity Scores.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Screen 2: Selected anchor summary + chronological timeline context grid (±4.0h, ≤1.0km).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Screen 3: Fallback affordances (Missing EXIF: 'View Date in Timeline', Sparse Context: 'No Additional Photos Found', Multi-Event: 'MULTI_EVENT_SEPARATION').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9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Empirical Benchmark &amp; Governance Audit (Phases P2 &amp; P5–P7)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Ground-Truth Isolated Results &amp; Audit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Candidate Anchor Discovery Rate (ADR Proxy): 60.0% (3/5 scenarios).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Target Context Reachability Rate: 50.0% (1/2 anchor-to-target scenarios).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Edge-Case Handling Pass Rate: 100.0% (3/3 edge cases).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REST API Integration Pass Rate: 100.0% (5/5 scenarios 200 OK).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Audit Finding: Documented audit checklist found no unresolved Critical or Major non-compliances (Self-review completed; independent audit required).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SLIDE 10 OF 10 | GOOGLE PHOTOS CFM-01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Experimentation Roadmap &amp; Vercel Deployment (Phase 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A/B Testing Strategy, Feature Control &amp; Production Hosting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Experiment Control: Treatment enabled through validated experiment-control mechanism.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Target Metric: Improvement in canonical User VMRSR versus control.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Rollout Ramp: 1% → 5% → 25% → 100% rollout schedule with remote kill-switch capability.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</a:rPr>
              <a:t>Vercel Cloud Hosting: Configured as two independent Vercel applications (App 1: Discovery Engine, App 2: Solution MVP).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Google Photos Vague-Memory Retrieval PM Case &amp; AI-Native MVP | Synthetic Demo Prototype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Google Photos PM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Photos Vague-Memory Retrieval PM Case &amp; AI-Native MVP</dc:title>
  <dc:subject>PptxGenJS Presentation</dc:subject>
  <dc:creator>Antigravity AI PM Team</dc:creator>
  <cp:lastModifiedBy>Antigravity AI PM Team</cp:lastModifiedBy>
  <cp:revision>1</cp:revision>
  <dcterms:created xsi:type="dcterms:W3CDTF">2026-10-06T11:35:41Z</dcterms:created>
  <dcterms:modified xsi:type="dcterms:W3CDTF">2026-10-06T11:35:41Z</dcterms:modified>
</cp:coreProperties>
</file>