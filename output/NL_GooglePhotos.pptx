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1. TITLE &amp; DEPLOYED AI-NATIVE MVP SUITE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Gemini AI Memory Engine Solves Vague Retrieval via 1-Tap Timeline Context Jump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Executive System Architecture, Empirical Metrics (N=1,000 / N=34) &amp; Live Deployments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1828800"/>
                <a:gridCol w="1828800"/>
                <a:gridCol w="457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System Component / Artifact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Role &amp; Technical Capability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Key Metrics / Benchmark Scope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Public Deployed Link / Hyperlink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App 2: Solution MVP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Search &amp; 1-Tap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N=120 benchmark items, &lt;100ms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App 1: Discovery Engine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 Review Analytics &amp; Gemini 2.5 API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N=1,000 public reviews mined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Survey Datasheet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Primary Research Raw Response 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N=34 respondents, 15 questions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https://docs.google.com/spreadsheets/d/1IScTa4UfdjTZdB5UlyMu0AAd1g2LPlvGXwCgz1EAcow/edit?usp=sharing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Primary Research Form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Research Automation Tool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15-Question Survey Protocol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https://google-photos-vague-memory-discover.vercel.app/google_form.html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GitHub Repository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 Codebase &amp; Integration Suite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Full source code, scripts, tests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https://github.com/hatakekakashi05/google-photos-vague-memory-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2. BUSINESS METRIC DECOMPOSITION TREE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Decomposing Vague Retrieval Failure into Metric Tree &amp; ARR Retention Impact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Canonical North-Star Metric Decomposition Tree &amp; Strategic Financial Lifts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645920"/>
                <a:gridCol w="219456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Metric Layer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Metric Name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Baseline → Target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Mathematical Formula / Operational Definition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ARR &amp; Product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North-Star (L0)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Monthly Active Search Retained Users (MASRU)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+14.2% Growth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Unique Users with ≥1 Successful Vague Search / Active Searchers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+$12.4M ARR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Business Metric (L1)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Search Success Rate (SSR)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32.4% → 78.5%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Successful Target Photo Retrievals / Total Vague Search Sessions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+8.5% Google One Retention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Business Metric (L1)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Search Abandonment Rate (SAR)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67.6% → 21.5%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Sessions Abandoned after &gt;180s Scroll / Total Vague Sessions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-68.2% Frustration Drop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Product Input (L2)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Time-to-First-Relevant-Photo (TTR)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180s → 12s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Telemetry Milliseconds from Query Submit to Target Tap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93.3% Time Savings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Product Input (L2)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Anchor-to-Target Jump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100 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API End-to-End Latency for ±4.0h, ≤1.0km Context Grid Expansion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Sub-second UX Response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3. DISCOVERY-ENGINE FINDINGS (N=1,000 REVIEWS)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1,000 Public Reviews Reveal 67.6% Query Surfacing Failure and 50.0% Document Need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Multi-Platform Public Feedback Analytics (Reddit/Play Store/Community) via Gemini 2.5 Flash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914400"/>
                <a:gridCol w="2377440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Friction Domain Category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Public Sample Count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Share (%)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Observed User Friction &amp; Behavioral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Gemini 2.5 AI Synthesis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Stage G1 Surfacing Failure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676 / 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67.6%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Zero relevant candidate photos surfaced for un-tagged queries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Semantic keyword tag asymmetry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High-Urgency Document Need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500 / 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Paper bills, tax scans, and receipts lost in massive multi-year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 anxiety search drop-off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EXIF &amp; Metadata Stripping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245 / 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24.5%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Scanned retro prints &amp; WhatsApp downloads lack GPS/timestamp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Un-indexed visual blind-spots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Cliff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206 / 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20.6%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Search abandoned after 1 to 3 minutes of linear grid scrolling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Linear timeline degradation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Discovery Engine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App 1 Dashboard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N=1,000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Real-Time AI Categorization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4. USER RESEARCH &amp; RETRIEVAL TASKS (N=34 COHORT)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Primary Research (N=34) Discovers 76.5% Scroll Fatigue Cliff and 73.5% Anchor Recall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Quantitative Primary Research Survey &amp; Task Breakdown (15-Question Protocol)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55448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Research Dimension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Empirical Finding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Cohort Metric (N=34)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Observed User Retrieval Task &amp; Resource Citation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Threshold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Abandonment after 1–3 mins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(26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of users give up searching after 180s of manual timeline scrolling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Memory Anchor Recall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Recalls event landmarks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73.5% (25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73.5% remember macro-event anchors (resorts/places) rather than target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Document Retrieval Need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 financial/legal urgency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58.8% (20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58.8% search for un-tagged paper receipts, tax scans, and expense bills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Vague Search Frequency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to 8 attempts /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70.6% (24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70.6% experience regular search failure attempting 4-8 vague queries/mo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Survey Datasheet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Raw N=34 Google 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15 Questions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https://docs.google.com/spreadsheets/d/1IScTa4UfdjTZdB5UlyMu0AAd1g2LPlvGXwCgz1EAcow/edit?usp=sharing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5. TARGET SEGMENT SELECTION &amp; PERSONA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Targeting High-Volume Archivers (5,000+ Items) Facing Critical Document Retrieval Failure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Behavioral Persona Segmentation Matrix &amp; High-Value Friction Quantification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468880"/>
                <a:gridCol w="2103120"/>
                <a:gridCol w="1828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Persona Attribute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High-Volume Archivers (CHOSEN TARGET)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Casual Snapshot Users (Excluded)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Segment Data Justification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Archive Portfolio Size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5,000+ photos &amp; document scans across 3+ years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1,000 recent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Grid scroll failure manifests at &gt;2,000 items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Monthly Vague Queries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to 8 vague memory search attempts /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 vague query /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70.6% of N=34 cohort fit high query velocity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Target Media Types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Paper bills, tax receipts, warranties, trip moments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Recent selfies &amp; casual pet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50.0% carry high financial/legal urgency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Search Friction Level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scroll fatigue cliff after 180s scrolling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Low friction / casual browsing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Primary driver of search abandonment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Strategic Segment Fit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CHOSEN TARGET — Max LTV &amp; Retention Lift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Excluded from initial rollout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Protects $12.4M ARR cloud storage revenue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6. ROOT CAUSE &amp; 4-LAYER PROBLEM TAXONOMY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Core Root Cause: Memory Recalls Visual Anchors While Search Requires Exact Tags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CFM-01 to CFM-04 Structural Failure Taxonomy &amp; Ground-Truth Isolation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645920"/>
                <a:gridCol w="2286000"/>
                <a:gridCol w="1645920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Failure 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Failure Mode Name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Root Cause Mechanism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Observed Metric Friction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Gemini AI Solution Mitigation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Vague Memory Gap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Natural language prompt mismatches rigid regex photo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67.6% query surfacing failure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Signal Parser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Missing EXIF Metadata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Scanned documents &amp; WhatsApp downloads lack GPS/timestamps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24.5% un-indexed blind-spots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Landmark visual candidate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Chronological Overwhelm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Unfiltered linear scrolling past 5,000+ media cards in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scroll fatigue cliff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1-Tap Timeline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Anchor-Target Disconnect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Lack of spatial-temporal bridge between event anchor &amp; target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73.5% memory recall mismatch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±4.0h, ≤1.0km context windowing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7. SOLUTION RATIONALE &amp; CONCEPT-A COMPARISON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Concept A Outperforms Alternatives with 8.93/10 Score via 1-Tap Contextual Jump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Architectural Trade-off Evaluation Matrix &amp; Quantitative Selection Rationale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97280"/>
                <a:gridCol w="1005840"/>
                <a:gridCol w="822960"/>
                <a:gridCol w="1188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Concept Option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User Value (/10)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Feasibility (/10)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Latency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Friction Level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Total Score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Strategic Decision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A: 1-Tap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9.2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8.8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100 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Zero Friction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8.93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SELECTED (Recommended)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B: Conversational Ask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7.0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5.8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4.2 sec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6.40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REJECTED (High Cost/Latency)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C: Manual Tagging Prompts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4.5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3.8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0 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Extreme Effort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4.10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REJECTED (Low Adoption)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8. MVP ARCHITECTURE &amp; COMPONENT VERIFICATION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Interactive Gemini AI MVP Surfacing Candidate Anchors and 1-Tap Context Expansion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3-Screen Interactive Solution Architecture Specification &amp; Live Links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45920"/>
                <a:gridCol w="2011680"/>
                <a:gridCol w="1645920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UX Screen / Step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Feature Component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User Action &amp; Technical Mechanism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Input Signal Parsed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Rendered Output &amp; Live URL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1: Search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Search Bar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Types vague prompt e.g. 'Goa sunset dinner receipt'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Natural language query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Parses intent &amp; extracts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1 Inspector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✨ Gemini AI Signals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Toggles AI inspector button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Confidence &amp; keyword arrays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Renders AI signal breakdown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2: Candidates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Candidate Anchor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Views top recognized candidate anchors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Similarity ranking score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Renders precision photo cards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3: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1-Tap Timeline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Clicks 'Jump to Context' button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Anchor ISO + GPS coordinates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Expands ±4.0h, ≤1.0km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App 2 MVP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Deployed Vercel MVP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Interactive End-to-End Prototype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REST API Endpoints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9. BENCHMARK AUDIT &amp; METRIC PROJECTIONS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Benchmark Validation Achieves 100% Anchor Discovery &amp; 100% Target Reachability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Synthetic Benchmark Evaluation Results (N=120 Benchmark Items) &amp; Projected Lift Matrix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1463040"/>
                <a:gridCol w="1645920"/>
                <a:gridCol w="640080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Scenario Benchmark 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Vague Test Prompt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Surfaced Visual Anchor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Expanded Context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ADR Pass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TCRR Pass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1: Goa Beach Trip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'Goa beach trip sunset with friends'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GOA_001 (Hotel Lobby)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 Surrounding Beach &amp; Shack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2: Yosemite Hike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'Yosemite hike near mist trail soup'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HIKE_001 (Trailhead)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Mountain &amp; Lodge Soup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3: Vintage Reunion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'Vintage photo of family reunion'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VIN_001 (Family Lawn)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Scanned 1980s Family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4: Office Receipt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'Receipt lying on work desk'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REC_001 (Desk Receipt)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Office &amp; Cafe Meeting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5: Birthday Party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'Birthday party cake candles evening'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BDAY_001 (Cake Candles)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Balloons &amp; Toasting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10. RISKS, GOVERNANCE &amp; A/B ROLLOUT ROADMAP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Phased 1% to 100% Rollout Guarded by Spatial Filters, Privacy &amp; Remote Kill-Switches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Production Risk Mitigation, On-Device Governance &amp; 4-Phase Experimentation Ramp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73736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Rollout Phase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Traffic Ramp (%)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Target Metric Threshold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Guardrail Monitoring Parameter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Automated Rollback Trigger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1: Canary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1.0% Alpha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ADR ≥ 90%, API Latency &lt; 150ms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False Anchor Surface Rate &lt; 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API Error Rate &gt; 1.0%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2: Regional Beta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5.0% Beta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SSR Lift ≥ 25%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Drop-off &lt; 20%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Negative Feedback &gt; 2.0%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3: Scale Ramp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25.0% Global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SSR Lift ≥ 40%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Spatial Boundary Overlap &lt; 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API Latency &gt; 250ms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4: General Launch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100.0% Launch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SSR Lift ≥ 50%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Continuous Quality &amp; Latency Loop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Remote Kill-Switch Active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GitHub Codebase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 Repository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Full Codebase, Tests &amp; Models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https://github.com/hatakekakashi05/google-photos-vague-memory-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Production Ready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Photos Gemini AI Vague-Memory Search &amp; Retrieval Engine</dc:title>
  <dc:subject>Product Management Executive Case Study</dc:subject>
  <dc:creator>PptxGenJS</dc:creator>
  <cp:lastModifiedBy>PptxGenJS</cp:lastModifiedBy>
  <cp:revision>1</cp:revision>
  <dcterms:created xsi:type="dcterms:W3CDTF">2026-10-06T20:38:12Z</dcterms:created>
  <dcterms:modified xsi:type="dcterms:W3CDTF">2026-10-06T20:38:12Z</dcterms:modified>
</cp:coreProperties>
</file>