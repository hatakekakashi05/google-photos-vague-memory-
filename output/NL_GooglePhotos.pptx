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1. TITLE &amp; DEPLOYED AI-NATIVE MVP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Gemini AI Memory Engine Solves Vague Retrieval via 1-Tap Timeline Context Jump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Executive Overview &amp; Production App Deployments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System Component / Artifact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Role &amp; Technical Capability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Public Deployed Link / Hyperlink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App 2: Solution MVP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Search &amp; 1-Tap Timeline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(Vercel)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App 1: Discovery Engine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Review Analytics &amp; Gemini 2.5 Flash API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(Vercel)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Survey Datasheet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N=34 Primary Research Raw Response 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https://docs.google.com/spreadsheets/d/1IScTa4UfdjTZdB5UlyMu0AAd1g2LPlvGXwCgz1EAcow/edit?usp=sharing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Research Form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15-Question User Research Automation Tool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https://google-photos-vague-memory-discover.vercel.app/google_form.html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FORM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GitHub Repository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Codebase, Datasets &amp; Integration Suite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https://github.com/hatakekakashi05/google-photos-vague-memory-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2. BUSINESS METRIC DECOMPOSITION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Decomposing User VMRSR into Anchor Discovery &amp; Target Reachability Rates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Canonical North-Star Metric Tree Architecture &amp; Empirical Lift Targets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1828800"/>
                <a:gridCol w="256032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Metric Layer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Metric Name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Baseline → Target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Mathematical Definition / Formula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Strategic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North-Star Metric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VMRSR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32.4% → 85.0%+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Unique Users with ≥1 Retrieval Success / Total Vague Search Users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Primary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Sub-Metric 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 Discovery Rate (ADR)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32.4% → 100.0%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Surfaced Candidate Anchors (K=5) / Total Vague Query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Stage G1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Sub-Metric 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Target Reachability Rate (TCRR)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23.5% → 100.0%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Target Media Found in Context (±4h, ≤1km) / Anchor Sessions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Stage G2/G3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Guardrail Metric 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Abandonment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→ &lt; 15.0%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Search Sessions Abandoned after 1 to 3 minutes of timeline scrolling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Friction Reducer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Guardrail Metric 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End-to-End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250ms Target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Total Milliseconds from Query Submission to Context Grid Render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Performance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3. DISCOVERY-ENGINE FINDINGS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1,000 Public Reviews Reveal 67.6% Query Surfacing Failure and 50% Document Need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Multi-Platform Public Community Feedback Analytics &amp; Gemini AI Synthesis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097280"/>
                <a:gridCol w="246888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Friction Domain Category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Complaints Count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Share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User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Gemini AI Synthesis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Stage G1 Surfacing Failure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676 / 1,000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67.6%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relevant candidates surfaced for un-tagged media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Semantic &amp; metadata asymmetry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High-Urgency Document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500 / 1,000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50.0%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Paper bills, tax receipts, warranties lost in archive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search anxiety &amp; drop-off cliff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EXIF / Timestamp Loss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245 / 1,000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24.5%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Scanned retro prints &amp; WhatsApp downloads un-indexed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Missing temporal &amp; GPS metadata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Cliff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206 / 1,000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20.6%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Timeline search abandonment after 1 to 3 minutes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Linear timeline search degradation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Discovery Engine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Dashboard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1,000 Reviews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Real-Time Gemini Synthesis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4. USER RESEARCH &amp; RETRIEVAL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User Research Discovers 76.5% Scroll Fatigue Cliff and 52.9% Event Anchor Recall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Primary Survey Research &amp; Observed Retrieval Behaviors (N=34 Cohort)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286000"/>
                <a:gridCol w="164592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Research Dimension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Empirical Finding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Cohort Metric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Observed User Behavior &amp; Resource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Threshold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Abandonment after 1–3 mins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(26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Users experience extreme fatigue scrolling endless multi-year grids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Memory Anchor Detail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Recalls event landmark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52.9% (18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Users remember hotel/beach location rather than target receipt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Vague Search Frequency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to 8 attempts /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70.6% (24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Regular search friction for paper expenses &amp; vacation moments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Document Retrieval Need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financial/legal urgency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58.8% (20 / 34 users)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Time-sensitive tax, warranty, and expense reimbursement filings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Survey Datasheet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Raw N=34 Google Sheet Data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15 Questions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https://docs.google.com/spreadsheets/d/1IScTa4UfdjTZdB5UlyMu0AAd1g2LPlvGXwCgz1EAcow/edit?usp=sharing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5. CHOSEN TARGET SEGMENT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Targeting Active Multi-Year Mobile Archivers Searching High-Urgency Media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User Persona Segmentation &amp; High-Value Friction Focus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84048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Persona Attribute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High-Volume Personal Archivers (CHOSEN TARGET)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Casual Snapshot Users (Excluded)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Archive Portfolio Size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5,000+ personal photos &amp; document scans across 3+ years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1,000 recent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Monthly Vague Queries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to 8 vague memory search attempts per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 search attempt per month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Target Media Types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Expense receipts, paper bills, tax scans, vacation moments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Recent selfies &amp; casual pet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Pain Point Intensity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Severe anxiety &amp; time loss during time-sensitive document retrieval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Low urgency / casual entertainment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Strategic Segment Fit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CHOSEN TARGET SEGMENT — Highest retention &amp; engagement lift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Low engagement opportunity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6. ROOT CAUSE &amp; PROBLEM DEFINITION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Semantic &amp; Metadata Asymmetry Between Vague Queries and Un-Tagged Media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CFM-01 Failure Taxonomy &amp; Ground-Truth Isolation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011680"/>
                <a:gridCol w="2103120"/>
                <a:gridCol w="210312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Failure 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Root Cause Component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Trigger Mechanism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Technical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Gemini AI Mitigation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CFM-01.A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Semantic Asymmetry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Subjective memory terms mismatch photo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candidate surfacing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signal parser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CFM-01.B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EXIF Metadata Stripping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Third-party apps (WhatsApp) strip GPS/time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Un-indexed blind-spots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Landmark cluster anchor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CFM-01.C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Timeline Scroll Fatigue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Linear scrolling past 5,000+ media cards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76.5% search abandonment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contextual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Governance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Ground-Truth Isolation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Benchmark evaluation label confinement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evaluation leakage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Post-hoc benchmark script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7. SOLUTION RATIONALE &amp; CONCEPT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Concept A Outperforms Alternatives with 8.93/10 Score via 1-Tap Contextual Jump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Architectural Trade-off Evaluation Matrix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1188720"/>
                <a:gridCol w="1188720"/>
                <a:gridCol w="914400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Concept Option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User Value (/10)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Feasibility (/10)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Latency Impact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Friction Level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Total Score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Decision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A: Contextual Jump &amp; Expand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9.2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8.8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&lt; 100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Zero Friction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8.93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SELECTED (Recommended)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B: Semantic Multi-Hop RAG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7.0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1.8 – 3.2 sec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High Latency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6.40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REJECTED (High Latency/Cost)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Concept C: Manual Tagging Prompts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4.5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3.8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0 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Extreme Effort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4.10 / 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REJECTED (Low Adoption)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8. MVP IMPLEMENTATION &amp; USER TESTING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Interactive Gemini AI MVP Surfacing Candidate Anchors and 1-Tap Context Expansion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3-Screen Interactive Solution Prototype Specification &amp; Live Links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UX Screen / Step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Feature Component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User Interaction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Input Signal Parsed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Rendered Output &amp; Live URL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1: Search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Gemini AI Search Bar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Types vague query or clicks pill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Natural language text phrase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Parses intent &amp; extracts tags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1 Inspector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✨ Gemini AI Signals Drawer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Toggles AI inspector button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Confidence &amp; keyword arrays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Displays AI signal breakdown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2: Candidates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Candidate Surfacing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Views top candidate anchors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Similarity score ranking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Renders precision media cards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Screen 3: Context Jump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1-Tap Timeline Context Grid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Clicks 'Jump to Context' button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Anchor ID + spatial/temporal window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Expands 4-5 surrounding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App 2 MVP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Deployed Vercel MVP App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Interactive Prototype Testing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Live REST API Endpoints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https://google-photos-vague-memory-discover.vercel.app/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9. SUCCESS METRICS &amp; BENCHMARK RESULTS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Synthetic Benchmark Achieves 100% Anchor Discovery &amp; 100% Context Reachability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Ground-Truth Evaluation Benchmark &amp; API Audit Results (26 Photo Records)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1645920"/>
                <a:gridCol w="1920240"/>
                <a:gridCol w="731520"/>
                <a:gridCol w="731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Evaluation Scenario ID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Vague Test Query Prompt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Surfaced Anchor Photo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Expanded Context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ADR Pass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TCRR Pass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1: Goa Beach Trip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'Goa beach trip sunset with friends'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GOA_001 (Hotel Lobby)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 Surrounding Beach &amp; Shack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2: Yosemite Hike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'Yosemite hike near mist trail soup'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HIKE_001 (Trailhead)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Mountain &amp; Lodge Soup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3: Vintage Reunion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'Vintage photo of family reunion'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VIN_001 (Family Lawn)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Scanned 1980s Family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4: Office Receipt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'Receipt lying on work desk'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REC_001 (Desk Receipt)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Office &amp; Cafe Meeting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SCENARIO 5: Birthday Party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'Birthday party cake candles evening'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BDAY_001 (Cake Candles)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4 Balloons &amp; Toasting Photos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10. RISKS, LIMITATIONS &amp; EXPERIMENTATION ROADMAP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Phased 1% to 100% Rollout Guarded by Spatial-Temporal Filters and Kill-Switches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73E8"/>
                </a:solidFill>
              </a:rPr>
              <a:t>Production Risk Mitigation, Governance &amp; Rollout Ramp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71600"/>
                <a:gridCol w="1920240"/>
                <a:gridCol w="192024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Rollout Phase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Traffic Ramp (%)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Target Metric Threshold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Guardrail Monitoring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A73E8"/>
                          </a:solidFill>
                        </a:rPr>
                        <a:t>Automated Rollback Trigger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1: Internal Canary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1.0% Alpha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ADR ≥ 90%, API Latency &lt; 150ms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False Anchor Surface Rate &lt; 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Error Rate &gt; 1.0%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2: Regional Beta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5.0% Beta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VMRSR Lift ≥ 25%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Scroll Fatigue Drop-off &lt; 20%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Negative Feedback &gt; 2.0%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3: Scale Ramp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25.0% Global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VMRSR Lift ≥ 40%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Spatial Boundary Overlap &lt; 3%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API Latency &gt; 250ms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Phase 4: General Launch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100.0% Launch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User VMRSR Lift ≥ 50%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Continuous Feedback Loop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Automated Remote Kill-Switch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GitHub Codebase Link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Public Repository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Full Source Code &amp; Tests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https://github.com/hatakekakashi05/google-photos-vague-memory-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02124"/>
                          </a:solidFill>
                        </a:rPr>
                        <a:t>Production Ready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937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4043"/>
                </a:solidFill>
              </a:rPr>
              <a:t>Google Photos Gemini AI Vague-Memory Search &amp; Retrieval Engine | Executive Case 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Photos Gemini AI Vague-Memory Search &amp; Retrieval Engine</dc:title>
  <dc:subject>Product Management Executive Case Study</dc:subject>
  <dc:creator>PptxGenJS</dc:creator>
  <cp:lastModifiedBy>PptxGenJS</cp:lastModifiedBy>
  <cp:revision>1</cp:revision>
  <dcterms:created xsi:type="dcterms:W3CDTF">2026-10-06T20:06:46Z</dcterms:created>
  <dcterms:modified xsi:type="dcterms:W3CDTF">2026-10-06T20:06:46Z</dcterms:modified>
</cp:coreProperties>
</file>