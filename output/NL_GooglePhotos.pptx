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1. TITLE &amp; DEPLOYED AI-NATIVE MVP SUITE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Gemini AI Memory Engine Solves Vague Retrieval via 1-Tap Timeline Context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Executive System Architecture, Empirical Metrics (N=1,000 / N=34) &amp; Live Deployments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1828800"/>
                <a:gridCol w="457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System Component / 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Role &amp; Technical Capability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Key Metrics / Benchmark Scope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Deployed Link / Hyperlink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2: Solution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&amp;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N=120 benchmark items, &lt;100ms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1: Discovery Engine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Review Analytics &amp; Gemini 2.5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public reviews mined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Raw Response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N=34 respondents, 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Research Automation 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15-Question Survey Protocol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https://google-photos-vague-memory-discover.vercel.app/google_form.html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Codebase &amp; Integration Suite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source code, scripts, tests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2. BUSINESS METRIC DECOMPOSITION TREE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Decomposing Vague Retrieval Failure into Metric Tree &amp; ARR Retention Impact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Canonical North-Star Metric Decomposition Tree &amp; Strategic Financial Lifts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645920"/>
                <a:gridCol w="219456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Layer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Baseline →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Mathematical Formula / Operational Definition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ARR &amp; Product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North-Star (L0)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Active Search Retained Users (MASRU)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+14.2% Growth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Unique Users with ≥1 Successful Vague Search / Active Searchers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+$12.4M ARR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Success Rate (SSR)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78.5%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Successful Target Photo Retrievals / Total Vague Search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+8.5% Google One Retention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Abandonment Rate (SAR)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→ 21.5%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Sessions Abandoned after &gt;180s Scroll / Total Vague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-68.2% Frustration Drop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Time-to-First-Relevant-Photo (TTR)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180s → 12s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Telemetry Milliseconds from Query Submit to Target Tap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93.3% Time Savings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Anchor-to-Target Jump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End-to-End Latency for ±4.0h, ≤1.0km Context Grid Expansion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Sub-second UX Response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3. DISCOVERY-ENGINE FINDINGS (N=1,000 REVIEWS)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1,000 Public Reviews Reveal 67.6% Query Surfacing Failure and 50.0% Document Need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Multi-Platform Public Feedback Analytics (Reddit/Play Store/Community) via Gemini 2.5 Flash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914400"/>
                <a:gridCol w="237744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Domain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Sample Count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Share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Friction &amp; Behavioral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2.5 AI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relevant candidate photos surfaced for un-tagged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keyword tag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High-Urgency Document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500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scans, and receipts lost in massive multi-year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anxiety search drop-off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&amp; Metadata Stripping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245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retro prints &amp; WhatsApp downloads lack GPS/timestamp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Un-indexed visual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abandoned after 1 to 3 minutes of linear grid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timeline degradation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Discovery Engine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1 Dashboard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Real-Time AI Categorization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4. USER RESEARCH &amp; RETRIEVAL TASKS (N=34 COHORT)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Primary Research (N=34) Discovers 76.5% Scroll Fatigue Cliff and 73.5% Anchor Recall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Quantitative Primary Research Survey &amp; Task Breakdown (15-Question Protocol)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55448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Research Dimension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Empirical Finding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Cohort Metric (N=34)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Retrieval Task &amp; Resource Citation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Abandonment after 1–3 mins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(26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of users give up searching after 180s of manual timeline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Memory Anchor 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Recalls event landmarks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(25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remember macro-event anchors (resorts/places) rather than target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Document Retrieval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(20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search for un-tagged paper receipts, tax scans, and expense bills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Search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(24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experience regular search failure attempting 4-8 vague queries/mo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Raw N=34 Google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5. TARGET SEGMENT SELECTION &amp; PERSONA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Targeting High-Volume Archivers (5,000+ Items) Facing Critical Document Retrieval Failure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Behavioral Persona Segmentation Matrix &amp; High-Value Friction Quantification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031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Persona Attribute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High-Volume Archivers (CHOSEN TARGET)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Casual Snapshot Users (Excluded)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Segment Data Justification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Archive Portfolio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5,000+ photos &amp; document scans across 3+ years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1,000 recent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Grid scroll failure manifests at &gt;2,000 items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Vague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vague memory search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 vague query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of N=34 cohort fit high query velocity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receipts, warranties, trip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Recent selfies &amp; casual pet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 carry 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 after 180s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friction / casual browsing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driver of search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Strategic Segment Fit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CHOSEN TARGET — Max LTV &amp; Retention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Excluded from initial rollout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Protects $12.4M ARR cloud storage revenue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6. ROOT CAUSE &amp; 4-LAYER PROBLEM TAXONOMY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Core Root Cause: Memory Recalls Visual Anchors While Search Requires Exact Tags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CFM-01 to CFM-04 Structural Failure Taxonomy &amp; Ground-Truth Isolation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228600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Mode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Root Cause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Metric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Solution Mitigation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Memory Gap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prompt mismatches rigid regex photo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query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Signal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Missing EXIF Metadata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documents &amp; WhatsApp downloads lack GPS/timestamps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 un-indexed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Landmark visual candidate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Chronological Overwhelm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Unfiltered linear scrolling past 5,000+ media cards in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Anchor-Target Disconnect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Lack of spatial-temporal bridge between event anchor &amp;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memory recall mismatch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±4.0h, ≤1.0km context windowing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7. SOLUTION RATIONALE &amp; CONCEPT-A COMPARISON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Concept A Outperforms Alternatives with 8.93/10 Score via 1-Tap Contextual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Architectural Trade-off Evaluation Matrix &amp; Quantitative Selection Rationale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97280"/>
                <a:gridCol w="1005840"/>
                <a:gridCol w="82296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Concept 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Value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Feasibility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Latency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Total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Strategic 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A: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9.2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8.93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SELECTED (Recommended)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B: Conversational Ask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7.0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4.2 sec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6.40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(High Cost/Latency)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C: Manual Tagging Prompts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4.5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Extreme Effort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4.10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(Low Adoption)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8. MVP ARCHITECTURE &amp; COMPONENT VERIFICATION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Interactive Gemini AI MVP Surfacing Candidate Anchors and 1-Tap Context Expansion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3-Screen Interactive Solution Architecture Specification &amp; Live Links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2011680"/>
                <a:gridCol w="164592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UX Screen / Step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Feature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Action &amp; Technical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Input Signal Parsed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Rendered Output &amp; Live URL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Search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Bar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Types vague prompt e.g. 'Goa sunset dinner receipt'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query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Parses intent &amp; extracts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 Inspector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✨ Gemini AI Signals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Toggles AI inspector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Confidence &amp; keyword arrays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AI signal breakdown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2: Candidates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Candidate Anchor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Views top recognized candidate anchors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Similarity ranking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precision photo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3: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Clicks 'Jump to Context'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ISO + GPS coordinates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Expands ±4.0h, ≤1.0km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2 MVP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Deployed Vercel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Interactive End-to-End Prototype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REST API Endpoints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9. BENCHMARK AUDIT &amp; METRIC PROJECTIONS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Benchmark Validation Achieves 100% Anchor Discovery &amp; 100% Target Reachability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Synthetic Benchmark Evaluation Results (N=120 Benchmark Items) &amp; Projected Lift Matrix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463040"/>
                <a:gridCol w="164592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Scenario Benchmark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Vague Test Prompt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Surfaced Visual Anchor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Expanded Context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ADR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TCRR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1: Goa Beach 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'Goa beach trip sunset with friends'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GOA_001 (Hotel Lobby)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 Surrounding Beach &amp; Shack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2: Yosemite Hike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'Yosemite hike near mist trail soup'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HIKE_001 (Trailhead)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Mountain &amp; Lodge Soup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3: Vintage Reunion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'Vintage photo of family reunion'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VIN_001 (Family Lawn)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Scanned 1980s Family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4: Office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'Receipt lying on work desk'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REC_001 (Desk Receipt)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Office &amp; Cafe Meeting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5: Birthday Party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'Birthday party cake candles evening'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BDAY_001 (Cake Candles)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Balloons &amp; Toasting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10. RISKS, GOVERNANCE &amp; A/B ROLLOUT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Phased 1% to 100% Rollout Guarded by Spatial Filters, Privacy &amp; Remote Kill-Switches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Production Risk Mitigation, On-Device Governance &amp; 4-Phase Experimentation Ramp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73736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Rollout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Traffic Ramp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Target Metric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Guardrail Monitoring Parameter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Automated Rollback Trigger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1: Canary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1.0% Alpha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ADR ≥ 90%, API Latency &lt; 150ms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False Anchor Surface Rate &lt; 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Error Rate &gt; 1.0%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2: Regional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5.0%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25%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Drop-off &lt; 20%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Negative Feedback &gt; 2.0%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3: Scale Ramp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25.0% Global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40%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 Boundary Overlap &lt; 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Latency &gt; 250ms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4: General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100.0%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50%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Continuous Quality &amp; Latency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Remote Kill-Switch Active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Codebase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Codebase, Tests &amp; Models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Production Ready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Product Management Executive Case Study</dc:subject>
  <dc:creator>PptxGenJS</dc:creator>
  <cp:lastModifiedBy>PptxGenJS</cp:lastModifiedBy>
  <cp:revision>1</cp:revision>
  <dcterms:created xsi:type="dcterms:W3CDTF">2026-10-06T20:32:25Z</dcterms:created>
  <dcterms:modified xsi:type="dcterms:W3CDTF">2026-10-06T20:32:25Z</dcterms:modified>
</cp:coreProperties>
</file>