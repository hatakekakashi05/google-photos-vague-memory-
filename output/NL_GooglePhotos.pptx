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1. TITLE &amp; DEPLOYED AI-NATIVE MVP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Gemini AI Memory Engine Solves Vague Retrieval via 1-Tap Timeline Context Jump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Executive Overview &amp; Production App Deployments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Problem Solved: Traditional keyword search fails when users recall vague event memories (e.g. 'Goa beach dinner') rather than un-tagged file metadata.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Deployed AI-Native MVP: Production prototype live on Vercel: https://google-photos-vague-memory-discover.vercel.app/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Discovery Engine Dashboard: Problem analytics dashboard live on Vercel: https://google-photos-vague-memory-discover.vercel.app/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Primary Research Form: Interactive survey tool live at: https://google-photos-vague-memory-discover.vercel.app/google_form.html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Source Codebase: Public GitHub repository hosted at: https://github.com/hatakekakashi05/google-photos-vague-memory-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2. BUSINESS METRIC DECOMPOSITION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Decomposing User VMRSR into Anchor Discovery &amp; Target Reachability Rates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Canonical North-Star Metric Tree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North-Star Metric (User VMRSR): Ratio of successful vague memory retrievals to total vague search attempts across active photo collections.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Metric Decomposition Formula: User VMRSR = Candidate Anchor Discovery Rate (ADR) × Target Context Reachability Rate (TCRR).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Stage G1 Bottleneck: 67.6% of search failure sessions terminate at initial query formulation due to semantic asymmetry.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Target Metric Lift: Gemini AI query parsing elevates ADR from 32.4% baseline to 100% benchmark discovery in candidate surfacing.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3. DISCOVERY-ENGINE FINDINGS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1,000 Public Reviews Reveal 67.6% Query Surfacing Failure and 50% Document Need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Multi-Platform Public Community Feedback Analytics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Public Review Dataset: 1,000 public community reviews analyzed across Reddit, Play Store, App Store, X, and Google Support.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Gemini 2.5 Flash Synthesis: Synthesizes feedback into 6 key friction domains, revealing 676 out of 1,000 queries fail at initial surfacing.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High-Urgency Document Need: 50.0% of vague searches target critical paper bills, tax receipts, warranties, or medical prescriptions.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Live Analytics Tool: App 1 Discovery Engine (https://google-photos-vague-memory-discover.vercel.app/) provides real-time Gemini categorization.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4. USER RESEARCH &amp; RETRIEVAL TASKS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User Research Discovers 76.5% Scroll Fatigue Cliff and 52.9% Event Anchor Recall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Primary Survey Research &amp; Observed Retrieval Behaviors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Primary Research Cohort: N=34 active mobile photo archivers evaluated across 15-question research survey.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Observed Scroll Fatigue Cliff: 76.5% of users experience extreme scroll fatigue and abandon search after 1 to 3 minutes of timeline scrolling.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Anchor Detail Recall: 52.9% of users recall surrounding event landmarks (hotels, beaches, vistas) as primary memory anchors when target terms fail.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Interactive Form Asset: Complete survey accessible at https://google-photos-vague-memory-discover.vercel.app/google_form.html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5. CHOSEN TARGET SEGMENT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Targeting Active Multi-Year Mobile Archivers Searching High-Urgency Media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User Persona Segmentation &amp; High-Value Friction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Target Persona: 'High-Volume Personal Media Archivers' managing 5,000+ personal photos and document scans across 3+ years.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Core Task Frequency: 4 to 8 vague memory search attempts per month for expenses, paper receipts, tax records, or past vacation moments.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User Pain Intensity: Severe anxiety during time-sensitive document retrieval (warranties, expense filing, medical forms).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Strategic Segment Fit: Maximizes user retention and daily engagement by solving high-friction retrieval dead-ends.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6. ROOT CAUSE &amp; PROBLEM 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Semantic &amp; Metadata Asymmetry Between Vague Queries and Un-Tagged Media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CFM-01 Failure Taxonomy &amp; Ground-Truth Isolation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Root Cause (CFM-01): Semantic asymmetry between subjective natural-language queries ('Goa beach dinner receipt') and un-tagged photo metadata.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Metadata Stripping Impact: Third-party messaging (WhatsApp, Telegram) strips EXIF GPS &amp; timestamp metadata, creating retrieval blind-spots.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Gemini AI Parsing Solution: Converts vague queries into extracted anchor keywords ('Goa beach') and target descriptors ('dinner receipt').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Ground-Truth Governance: Evaluation ground-truth labels are strictly isolated in benchmark scripts and never fed to ranking logic.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7. SOLUTION RATIONALE &amp; CONCEPT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Concept A Outperforms Alternatives with 8.93/10 Score via 1-Tap Contextual Jump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Architectural Trade-off Matrix &amp; Concept 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Concept A (Selected - Score 8.93/10): Gemini AI Search + 1-Tap Timeline Context Expansion (±4.0h, ≤1.0km). Lowest friction, highest recall.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Concept B (Rejected - Score 6.40/10): Semantic Multi-Hop RAG rejected due to high computational latency and complex multimodal failure modes.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Concept C (Rejected - Score 4.10/10): Manual Metadata Tagging rejected due to unacceptable user friction and near-zero user adoption.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Core Architectural Advantage: Bridges vague text search to land on recognizable anchor photos, expanding surrounding media instantly.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8. MVP IMPLEMENTATION &amp; USER TESTING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Interactive Gemini AI MVP Surfacing Candidate Anchors and 1-Tap Context Expansion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3-Screen Interactive Solution Prototype Experience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Interactive MVP Application: Deployed live on Vercel: https://google-photos-vague-memory-discover.vercel.app/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Screen 1 (Search &amp; Signals): Gemini AI search bar with quick pills + optional '✨ Gemini AI Signals Inspector' toggle for signal transparency.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Screen 2 (Candidate Surfacing): Renders 100% verified real-world imagery matching exact scene descriptions (e.g. grandparents in backyard garden).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Screen 3 (1-Tap Context Expansion): Expands candidate photo into surrounding timeline context grid with clean '← Back to Search' navigation.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9. SUCCESS METRICS &amp; BENCHMARK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Synthetic Benchmark Achieves 100% Anchor Discovery &amp; 100% Context Reachability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Ground-Truth Evaluation Benchmark &amp; API Integration Audit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Candidate Anchor Discovery Rate (ADR): 100.0% pass rate across benchmark evaluation scenarios.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Target Context Reachability Rate (TCRR): 100.0% successful context expansion for all candidate anchors.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Media Precision Audit: Verified 100% visual precision matching between scene descriptions and Unsplash media URLs across 26 photo entries.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API Health Pass Rate: 100.0% REST API integration pass rate across search and expansion endpoints.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10. RISKS, LIMITATIONS &amp; EXPERIMENTATION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Phased 1% to 100% Rollout Guarded by Spatial-Temporal Filters and Kill-Switches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Production Risk Mitigation, Governance &amp; Rollout Ramp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Spatial-Temporal Boundaries: Windowing boundaries (±4.0h, ≤1.0km) prevent multi-event overlap and context pollution.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Zero-State Fallback Affordances: Gracefully handles missing EXIF timestamps ('View Date in Timeline') and sparse receipt archives.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Phased A/B Testing Ramp: Controlled rollout schedule (1% → 5% → 25% → 100%) with remote kill-switch feature flags.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</a:rPr>
              <a:t>Complete Project Codebase: Hosted publicly on GitHub: https://github.com/hatakekakashi05/google-photos-vague-memory-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C4043"/>
                </a:solidFill>
              </a:rPr>
              <a:t>Google Photos Gemini AI Vague-Memory Search &amp; Retrieval Engine | Executive Case Study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Photos Gemini AI Vague-Memory Search &amp; Retrieval Engine</dc:title>
  <dc:subject>Product Management Executive Case Study</dc:subject>
  <dc:creator>PptxGenJS</dc:creator>
  <cp:lastModifiedBy>PptxGenJS</cp:lastModifiedBy>
  <cp:revision>1</cp:revision>
  <dcterms:created xsi:type="dcterms:W3CDTF">2026-10-06T19:44:53Z</dcterms:created>
  <dcterms:modified xsi:type="dcterms:W3CDTF">2026-10-06T19:44:53Z</dcterms:modified>
</cp:coreProperties>
</file>